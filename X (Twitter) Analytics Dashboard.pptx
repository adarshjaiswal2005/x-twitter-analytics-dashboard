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DE794A-9C5F-4A20-9B5C-9DEF29510E30}" v="5" dt="2026-01-30T04:42:48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rsh Gupta" userId="2c3faeeca5b225ec" providerId="LiveId" clId="{E651CB7C-9B7F-4546-965E-6915248E06D1}"/>
    <pc:docChg chg="addSld modSld">
      <pc:chgData name="Adarsh Gupta" userId="2c3faeeca5b225ec" providerId="LiveId" clId="{E651CB7C-9B7F-4546-965E-6915248E06D1}" dt="2026-01-30T04:43:05.206" v="30" actId="403"/>
      <pc:docMkLst>
        <pc:docMk/>
      </pc:docMkLst>
      <pc:sldChg chg="addSp delSp modSp new mod">
        <pc:chgData name="Adarsh Gupta" userId="2c3faeeca5b225ec" providerId="LiveId" clId="{E651CB7C-9B7F-4546-965E-6915248E06D1}" dt="2026-01-30T04:42:14.785" v="16" actId="1076"/>
        <pc:sldMkLst>
          <pc:docMk/>
          <pc:sldMk cId="1301822841" sldId="264"/>
        </pc:sldMkLst>
        <pc:spChg chg="mod">
          <ac:chgData name="Adarsh Gupta" userId="2c3faeeca5b225ec" providerId="LiveId" clId="{E651CB7C-9B7F-4546-965E-6915248E06D1}" dt="2026-01-30T04:42:14.785" v="16" actId="1076"/>
          <ac:spMkLst>
            <pc:docMk/>
            <pc:sldMk cId="1301822841" sldId="264"/>
            <ac:spMk id="2" creationId="{2CEEDE3E-3E34-4016-FD50-141E030A234E}"/>
          </ac:spMkLst>
        </pc:spChg>
        <pc:spChg chg="del">
          <ac:chgData name="Adarsh Gupta" userId="2c3faeeca5b225ec" providerId="LiveId" clId="{E651CB7C-9B7F-4546-965E-6915248E06D1}" dt="2026-01-30T04:41:35.683" v="7"/>
          <ac:spMkLst>
            <pc:docMk/>
            <pc:sldMk cId="1301822841" sldId="264"/>
            <ac:spMk id="3" creationId="{2938ABBB-2938-0332-6A60-3C05FA73262C}"/>
          </ac:spMkLst>
        </pc:spChg>
        <pc:spChg chg="add mod">
          <ac:chgData name="Adarsh Gupta" userId="2c3faeeca5b225ec" providerId="LiveId" clId="{E651CB7C-9B7F-4546-965E-6915248E06D1}" dt="2026-01-30T04:42:05.167" v="15" actId="403"/>
          <ac:spMkLst>
            <pc:docMk/>
            <pc:sldMk cId="1301822841" sldId="264"/>
            <ac:spMk id="4" creationId="{9FD252AF-A99B-112F-79A0-D9206EFAB7A5}"/>
          </ac:spMkLst>
        </pc:spChg>
      </pc:sldChg>
      <pc:sldChg chg="addSp delSp modSp new mod">
        <pc:chgData name="Adarsh Gupta" userId="2c3faeeca5b225ec" providerId="LiveId" clId="{E651CB7C-9B7F-4546-965E-6915248E06D1}" dt="2026-01-30T04:43:05.206" v="30" actId="403"/>
        <pc:sldMkLst>
          <pc:docMk/>
          <pc:sldMk cId="3756375570" sldId="265"/>
        </pc:sldMkLst>
        <pc:spChg chg="mod">
          <ac:chgData name="Adarsh Gupta" userId="2c3faeeca5b225ec" providerId="LiveId" clId="{E651CB7C-9B7F-4546-965E-6915248E06D1}" dt="2026-01-30T04:42:37.227" v="23" actId="2711"/>
          <ac:spMkLst>
            <pc:docMk/>
            <pc:sldMk cId="3756375570" sldId="265"/>
            <ac:spMk id="2" creationId="{82519C64-0A52-CA7B-DE60-EC3B4DAA6452}"/>
          </ac:spMkLst>
        </pc:spChg>
        <pc:spChg chg="del">
          <ac:chgData name="Adarsh Gupta" userId="2c3faeeca5b225ec" providerId="LiveId" clId="{E651CB7C-9B7F-4546-965E-6915248E06D1}" dt="2026-01-30T04:42:48.249" v="24"/>
          <ac:spMkLst>
            <pc:docMk/>
            <pc:sldMk cId="3756375570" sldId="265"/>
            <ac:spMk id="3" creationId="{0DA0AAE7-115E-4B74-2098-C0111C23F0DD}"/>
          </ac:spMkLst>
        </pc:spChg>
        <pc:spChg chg="add mod">
          <ac:chgData name="Adarsh Gupta" userId="2c3faeeca5b225ec" providerId="LiveId" clId="{E651CB7C-9B7F-4546-965E-6915248E06D1}" dt="2026-01-30T04:43:05.206" v="30" actId="403"/>
          <ac:spMkLst>
            <pc:docMk/>
            <pc:sldMk cId="3756375570" sldId="265"/>
            <ac:spMk id="4" creationId="{45C8975D-5C98-585D-8BBB-92609570D9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6A5A-9A4D-EFC8-5376-07C57DBD0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31DBB-8D82-D612-59FB-C75724A66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3319C-2089-7201-9513-CC60069C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0D548-A45F-212F-5EEC-5BB85F6A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5D774-1D08-7F67-8A1B-C589B2D0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30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83E1-B9C4-65FE-EE3B-144AB459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2654D-2FAB-B396-0C51-9BB9B7C61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736C-07B4-2CF2-9552-08242F1F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CCF03-C5FB-CFCA-D74C-06DB0F0A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8ABCA-3BD1-76BF-6DF6-38C1AA6C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4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D618-A0DF-28A4-CFD0-7EC11112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466F9-B782-D015-3004-B2DDB3BAB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6664-D852-490C-40D7-62D82E9A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E46C-9084-6846-D06C-5559265D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1CD20-9B98-68B8-4484-C045497A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10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A241-D8A9-624B-05EA-942F7B4C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0954-2108-823D-A799-1F49AA4A4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3E4BF-A6C1-3F93-B1B8-731655E4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1C0F5-4403-54FD-31B7-104730B7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B1E18-59CC-8EE9-E4D7-61CC0F25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EC951-4569-7D28-7BCD-E74A63C9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63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AB15-9081-D89D-77CC-A10098A0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95FF8-78EC-2CD9-A366-05945F27D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E246F-777B-0477-4FC7-C74F18871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8ABC5-E7AD-6549-5957-C5D503BD4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DA9DC-471D-379A-24C4-AE8BDAF8F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6735C-6962-29FF-B4B4-A75EF74D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E883B-5838-7053-2B78-A4F6BC02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8D2C82-6141-847D-BB74-4296B04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25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463F-0045-9248-314D-AF0D782CB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D09C9-BBDF-1438-0B37-C77698B5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6CCC3-81D2-E1B8-4592-A7FA1827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AAF2A-4DB8-A817-A679-31191B4A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11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C5585-2131-86AF-8D11-10E2BD43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3EF26-1EC8-B2E5-332E-89CD21C3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812AD-F6D3-67FC-24F7-0F83C2C6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06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374E-B694-7F77-6D35-B107C7E6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ED3AF-DC6B-0FE2-F190-928A1D968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89B96-B882-27B4-A217-53A7AEB0E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F90B7-82CC-73C6-B99E-E0F61810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16497-3EF8-C2BD-74F6-FF6C884A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81674-2AEB-7926-D3B3-ABAC25CD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18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37C3-F950-3EC2-1476-02B03B79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9B94F-7F53-BF2D-5954-5BBE15452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2C4E6-ECAA-38CB-8AE5-E0FDF03AC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F35D9-9A16-429E-5720-5D42D382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B3698-AD01-4C73-9769-55EAFAE6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5BA60-12A8-6101-3E22-4E7C1F4E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27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0583-6C6A-F266-9D70-4FC76BDA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D5035-C492-A3F9-F859-59F663C6D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39EAF-BF6A-36A0-4285-A3B20391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1F08A-4842-3D46-C996-FC9936E7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B1CE7-5498-192F-67FE-9769FA8D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42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CDE9A7-6180-F590-1A13-CDC1704E1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4A2F-608F-6014-DAD7-77659D217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2E299-80BC-56FC-F0DD-2A804D40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EB7FC-D87A-4B98-FE80-42C88ADB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CA368-BF33-82D6-0823-6312BF43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49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73725-C548-32E6-4037-4D38648C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05E8B-90AE-DC09-5101-9FB6336F6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15B7B-E30C-BFA2-B80B-F11B3440C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ADECF-B16F-4325-9ADB-B251BC19228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57C4E-E792-57F9-DD2B-8F03CEC13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55D7-A55F-BB21-7390-CB97F2AFE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74B28-8C22-4618-B3A1-B60435AFB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86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2047-FCE0-17E2-25E8-65CD3696B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49866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(Twitter) Analytics Dashboard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DCBBE-CFEA-99AB-E2A6-535805C78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1524000" y="3429000"/>
            <a:ext cx="9144000" cy="153619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, Excel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tweet performance, engagement, and user interaction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Adarsh Dinesh Gupta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67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82F1-134E-FFDB-40E4-0F792897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CCD88-C59E-3E89-53AC-28AC8353A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overall performance of tweets on X (Twitter)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engagement, impressions, and user interactions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best-performing days and content types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social media strategy decisions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22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0815-909B-AAB2-0225-91B7A7B7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6C92A-259F-9F27-9D70-6CFB0BDA5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Media Views: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89K</a:t>
            </a:r>
          </a:p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Impressions: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1,166</a:t>
            </a:r>
          </a:p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Tweet Count: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1,166</a:t>
            </a:r>
          </a:p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Rate: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79.11%</a:t>
            </a:r>
          </a:p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Likes: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7,883</a:t>
            </a:r>
          </a:p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Retweets: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471</a:t>
            </a:r>
          </a:p>
          <a:p>
            <a:pPr algn="ctr"/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quick summary of account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77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D0CE-D5F1-30EA-DDB7-9A5D6A23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Tweets &amp; Impressions by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584E-0275-2883-CC3E-5DA722AC8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and impressions are analyzed on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basis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activity is observed during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Tuesday to Thursday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activity and impressions drop significantly on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Saturday and Sunday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Weekdays perform better than weekends.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66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E79B-5903-9D62-3AE0-30BF2551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Engagements &amp; Views by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DF0DC-7F86-F1AA-48EB-92FD79EBF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Engagements and views are highest on </a:t>
            </a:r>
            <a:r>
              <a:rPr lang="en-US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Thursday and Tuesday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decline in engagement towards the weekend</a:t>
            </a:r>
          </a:p>
          <a:p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Sunday shows the </a:t>
            </a:r>
            <a:r>
              <a:rPr lang="en-US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engagement and views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Posting during mid-week results in higher audience interaction.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5571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4086-065E-5DF0-B01F-56D3C356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7573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 &amp; Click Performance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B6F41-AE36-3371-E958-C8975FF05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525780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 &amp; Retweets Overview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Likes: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7,883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Retweets: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 are significantly higher than retweets, showing strong content appreciation.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Click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tweets generate higher URL clicks than others.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with clear messaging and call-to-action drive more traffic.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Distribution Breakdown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Clicks: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2,829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Hashtag Clicks: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2,568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Clicks: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interactions come from URLs and hashtags.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with links and relevant hashtags performs best in driving user engagement and actions.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90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9A2E-6C9B-7ED1-1322-7987C345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Posting Pattern, Interactivity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522B-A2CE-6546-AD42-D9738978E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328"/>
            <a:ext cx="10515600" cy="526694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Count by Day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tweet activity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Tuesday and Wednesday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activity observed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Saturday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Posting frequency aligns with higher engagement days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Interactivity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filter enables time-based performance analysis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visuals allow users to explore trends and KPIs dynamically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Skills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Excel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&amp; Engagement Analysis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weekday posting combined with interactive analytics helps optimize social media performance.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085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DE3E-3E34-4016-FD50-141E030A2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D252AF-A99B-112F-79A0-D9206EFAB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03071"/>
            <a:ext cx="9729247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performance on X (Twitter) generates large volumes of data that are difficult to analyze manually.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visualization, it is challenging to understand user engagement, content performance, and posting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interactive dashboard that consolidates key metrics such as impressions, engagements, clicks, and tweet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aims to provide clear insights to help improve content strategy, engagement, and overall social media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0182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9C64-0A52-CA7B-DE60-EC3B4DAA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C8975D-5C98-585D-8BBB-92609570D9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2"/>
            <a:ext cx="1131752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Impressions: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times a tweet is displayed to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interactions on a tweet (likes, retweets, clicks, replies).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Rate: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Percentage of engagements relative to total impressions.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users who liked a tweet.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Retweets: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times a tweet was shared by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URL Clicks: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clicks on links included in tweets.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Hashtag Clicks: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times users clicked on hashtags.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Profile Clicks: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clicks on the user’s profile from tweets.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 Views: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of times media content (images/videos) was viewed.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KPIs: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Performance Indicators used to measure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56375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CEBC-E47C-5E5C-C0C5-8289BE4C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5B81B2-077E-AAC4-692D-CA8031AD47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1524"/>
            <a:ext cx="996619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Weekdays deliver better engagement and impressions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Mid-week is optimal for posting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URL-based content generates strong user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helps optimize social media strategy using data</a:t>
            </a:r>
          </a:p>
        </p:txBody>
      </p:sp>
    </p:spTree>
    <p:extLst>
      <p:ext uri="{BB962C8B-B14F-4D97-AF65-F5344CB8AC3E}">
        <p14:creationId xmlns:p14="http://schemas.microsoft.com/office/powerpoint/2010/main" val="312377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614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X (Twitter) Analytics Dashboard </vt:lpstr>
      <vt:lpstr>Objective of the Dashboard</vt:lpstr>
      <vt:lpstr>Key Performance Indicators (KPIs)</vt:lpstr>
      <vt:lpstr>Tweets &amp; Impressions by Week</vt:lpstr>
      <vt:lpstr>Engagements &amp; Views by Week</vt:lpstr>
      <vt:lpstr>Engagement &amp; Click Performance Analysis </vt:lpstr>
      <vt:lpstr>Posting Pattern, Interactivity &amp; Tools</vt:lpstr>
      <vt:lpstr>Problem Statement</vt:lpstr>
      <vt:lpstr>Terminologies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Gupta</dc:creator>
  <cp:lastModifiedBy>Adarsh Gupta</cp:lastModifiedBy>
  <cp:revision>1</cp:revision>
  <dcterms:created xsi:type="dcterms:W3CDTF">2026-01-30T04:39:41Z</dcterms:created>
  <dcterms:modified xsi:type="dcterms:W3CDTF">2026-01-30T04:43:05Z</dcterms:modified>
</cp:coreProperties>
</file>